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boldItalic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FF33"/>
    <a:srgbClr val="00AC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162" y="-1632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4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9" y="30011217"/>
            <a:ext cx="13872207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dirty="0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dirty="0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599" y="7603968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0" y="3734574"/>
            <a:ext cx="29324841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34" b="1" dirty="0">
                <a:latin typeface="Open Sans"/>
                <a:ea typeface="Open Sans"/>
                <a:cs typeface="Open Sans"/>
                <a:sym typeface="Open Sans"/>
              </a:rPr>
              <a:t>SISTEMA MESSIER </a:t>
            </a:r>
            <a:endParaRPr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2467432" y="5603157"/>
            <a:ext cx="24389973" cy="307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latin typeface="Open Sans"/>
                <a:ea typeface="Open Sans"/>
                <a:cs typeface="Open Sans"/>
                <a:sym typeface="Open Sans"/>
              </a:rPr>
              <a:t>Matheus Teixeira</a:t>
            </a: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Kaue Santos, Denise De Sousa, Igor Araújo</a:t>
            </a:r>
            <a:endParaRPr dirty="0"/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 b="1" dirty="0">
                <a:latin typeface="Open Sans"/>
                <a:ea typeface="Open Sans"/>
                <a:cs typeface="Open Sans"/>
                <a:sym typeface="Open Sans"/>
              </a:rPr>
              <a:t>Francisco de Souza</a:t>
            </a:r>
            <a:r>
              <a:rPr lang="en-US" sz="4762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Renata Muniz, Marcelo Amorim, Katia Bossi, Robson Cardoso, Daniel da Cunha, Vitor Rosetti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dirty="0"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dirty="0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dirty="0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dirty="0"/>
          </a:p>
        </p:txBody>
      </p:sp>
      <p:sp>
        <p:nvSpPr>
          <p:cNvPr id="134" name="Google Shape;134;p1"/>
          <p:cNvSpPr txBox="1"/>
          <p:nvPr/>
        </p:nvSpPr>
        <p:spPr>
          <a:xfrm>
            <a:off x="15966975" y="31719851"/>
            <a:ext cx="11400000" cy="1477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Acesse nosso repositório no GitHub para consultar a documentação completa.</a:t>
            </a:r>
            <a:endParaRPr dirty="0"/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5474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0296" marR="0" lvl="1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endParaRPr dirty="0"/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Linguagem: C# 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Interface: WinForms / WPF 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Banco de Dados: SQLite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Acesso a Dados: ADO.NET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Infraestrutura de Redes: Cisco Packet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Modelagem: Draw.io</a:t>
            </a: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Versionamento: GitHub</a:t>
            </a:r>
            <a:endParaRPr lang="en-US"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453794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Sistema Messier foi concebido para gerenciar assinaturas de jogos educacionais, porém, o cenário atual apresenta lacunas críticas de controle. As escolas enfrentam a falta de filtros para IPs autorizados e a impossibilidade de monitorar o volume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tempo real. Sem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mecanismo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bloqueio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atingir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limite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contratado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ou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consume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ocorre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indevido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Plataforma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perdas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significativas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dificultando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tanto para a Messier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quanto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para as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instituições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Ensino.</a:t>
            </a: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0066" y="21125709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solução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consiste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Sistema desktop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automatiza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controle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gestão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das assinaturas educacionais.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Através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integradas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Plataforma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realiza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validação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inteligente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login,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verificando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simultaneamente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vigência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pacote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autorização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endereço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IP e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saldo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disponíveis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no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mês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O Sistema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oferece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catálogo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dinâmico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jogos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garante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total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operacional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por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registros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log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consume para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administração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 dirty="0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</a:t>
            </a:r>
            <a:r>
              <a:rPr lang="en-US" sz="4955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Escola de Comércio Álvares Penteado - FECAP</a:t>
            </a:r>
            <a:endParaRPr dirty="0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886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Sitema Messier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estabelece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um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fluxo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operacional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Seguro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inicia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autenticação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escola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passa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por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uma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triagem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automática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regras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validando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vigência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pacote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autorização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IP. Como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resultado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a Plataforma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garante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apenas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usuários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permitidos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catálogo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registrando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cada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interação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logs de auditoria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alimentam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Contador mensal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consumo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O Sistema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demonstrou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eficácia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aplicar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bloqueio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preventive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imediato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assim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que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limite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cota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contratada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é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atingido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assegurando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integridade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financeira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modelo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negócios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oferecendo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total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transparência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relatórios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detalhados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uso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BF3E178-394A-D387-5CC9-F5B6A26B90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6936" y="31976865"/>
            <a:ext cx="1727506" cy="154549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4D17E91B-F757-921B-5057-4B960B2C2E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0981" y="35650849"/>
            <a:ext cx="1965310" cy="196531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5D884BF-2B0F-DB22-A9FB-57EE2D9EB1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24891" y="33828177"/>
            <a:ext cx="1717489" cy="171748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05B567F-869D-4A48-5EC3-C527EDC68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430720" y="20212893"/>
            <a:ext cx="12402787" cy="9629883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6CF6FDC8-3E4D-7720-5C4C-ADD269CC3D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28958" y="32569476"/>
            <a:ext cx="4775592" cy="4775592"/>
          </a:xfrm>
          <a:prstGeom prst="rect">
            <a:avLst/>
          </a:prstGeom>
        </p:spPr>
      </p:pic>
      <p:sp>
        <p:nvSpPr>
          <p:cNvPr id="18" name="Seta: Dobrada para Cima 17">
            <a:extLst>
              <a:ext uri="{FF2B5EF4-FFF2-40B4-BE49-F238E27FC236}">
                <a16:creationId xmlns:a16="http://schemas.microsoft.com/office/drawing/2014/main" id="{EDD61873-57B5-8655-C606-077B5BC7F7FB}"/>
              </a:ext>
            </a:extLst>
          </p:cNvPr>
          <p:cNvSpPr/>
          <p:nvPr/>
        </p:nvSpPr>
        <p:spPr>
          <a:xfrm rot="5400000">
            <a:off x="20193000" y="33447175"/>
            <a:ext cx="1304164" cy="1262844"/>
          </a:xfrm>
          <a:prstGeom prst="bentUpArrow">
            <a:avLst/>
          </a:prstGeom>
          <a:solidFill>
            <a:srgbClr val="33F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389</Words>
  <Application>Microsoft Office PowerPoint</Application>
  <PresentationFormat>Personalizar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Calibri</vt:lpstr>
      <vt:lpstr>Open Sans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matheus trixeira</dc:creator>
  <cp:lastModifiedBy>matheus trixeira</cp:lastModifiedBy>
  <cp:revision>2</cp:revision>
  <dcterms:created xsi:type="dcterms:W3CDTF">2006-08-16T00:00:00Z</dcterms:created>
  <dcterms:modified xsi:type="dcterms:W3CDTF">2026-05-04T16:44:33Z</dcterms:modified>
</cp:coreProperties>
</file>